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2825"/>
                </a:solidFill>
              </a:defRPr>
            </a:pPr>
            <a:r>
              <a:t>Woodley's Jewelers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6560"/>
                </a:solidFill>
              </a:defRPr>
            </a:pPr>
            <a:r>
              <a:t>UX Principles, Logic &amp; Design Methodology</a:t>
            </a:r>
          </a:p>
          <a:p>
            <a:r>
              <a:t>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Presentation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Explain the UX thinking behind the Woodley's Jewelers web application.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Document principles, information architecture, and interaction patterns.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Support stakeholder conversations with designers, developers, and business owners.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Capture decisions that shape both the storefront and admin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Designed as a luxury showroom experience — not a generic e-commerce template.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Three balanced goals drive every design decision: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1. Inspire trust and craftsmanship</a:t>
            </a:r>
          </a:p>
          <a:p>
            <a:pPr lvl="2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Editorial layout, warm typography, appointment-first cues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2. Support real shopping workflows</a:t>
            </a:r>
          </a:p>
          <a:p>
            <a:pPr lvl="2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Browse → product detail → cart → checkout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3. Give staff a focused admin workspace</a:t>
            </a:r>
          </a:p>
          <a:p>
            <a:pPr lvl="2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Manage inventory and merchandising without clutter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Storefront and dashboard are intentionally separate.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Filters use URL state; destructive actions require explicit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Product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Who we design for and 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Who Uses the App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Audience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Primary Goals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Shoppers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Discover jewelry, explore categories, purchase or book a visit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Manage account, orders, and profile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Staff / Admins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Manage products, orders, featured items, inventory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High-Touch Retail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Woodley's is a relationship-driven jeweler — not a volume marketplace.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Phone number and Book Visit are prominent in the header.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Product pages emphasize imagery, craftsmanship, and category context.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Admin tools prioritize inventory control and merchandising over bulk operations.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Service categories (repairs, appraisals, sizing) reflect ongoing customer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The UX supports online shopping while nudging toward in-store relationships.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Core UX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Six principles that guide every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Principles 1–3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1. Editorial Luxury, Not Marketplace Clutter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Serif headlines, champagne/ivory surfaces, curated grids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2. Appointment-First Retail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Visit CTAs, service categories, brand storytelling on homepage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3. Clear Separation of Contexts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Storefront shell for shoppers; dedicated dashboard for admins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Principles 4–6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4. Reversible Before Permanent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Deactivate hides products; delete only after deactivation + type DELETE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5. State You Can Share and Return To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Category, search, and sort live in the URL for bookmarking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6. Soft Overlays, Not Blocking Darkness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Light blur backdrops preserve spatial context behind modals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How the site is organized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Storefront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Home → Shop / Collections by category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Engagement &amp; Wedding, Diamonds, Custom Jewelry, Fine Jewelry, Watches, Services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Product detail pages (canonical URLs)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Cart → Checkout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Account (member self-service)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Content (About, Contact, policies)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Navigation mirrors how customers think — by occasion and type, not internal SKUs.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Admin Structure &amp;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Shallow global nav: Dashboard, Orders, Products, Settings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Complex product organization lives inside the Products page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Unauthenticated users → sign in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Non-admins → member account area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Dashboard routes excluded from search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Admin is a private workspace; members and admins never share the same nav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Storefront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Customer-facing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Homepage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1. Hero — rotating highlights with pause/play and keyboard support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2. Brand story — why Woodley's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3. Showroom highlights — featured products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4. New releases — freshness and discovery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5. Featured categories — entry points into the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Lead with emotion and craftsmanship, then merchandise, then breadth.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Product Detail Page (PDP)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UX Decision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Gallery left; sticky purchase panel on desktop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Hierarchy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Title → price → stock → quantity → add to cart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Feedback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Brief added confirmation after add-to-cart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Discovery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Similar products below the fold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Breadcrumbs back to shop and category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Decision moment is visual and emotional; purchase controls reduce scroll friction.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Cart &amp; Checkout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Cart drawer (primary) — opens from header when items exist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Suggestions column beside bag on larger screens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Full cart page — fallback for deep review or direct links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Checkout handles local catalog and Shopify flows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Mixed carts blocked with clear guidance — never silent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Drawer keeps shoppers in context; explicit messaging prevents checkout frustration.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Admin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Staff-facing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Dashboard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Icon sidebar on small screens; labels on large screens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Solid sidebar background for clear separation from content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Active nav uses warm amber highlighting (brand CTA color)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Header: brand link, personalized welcome, logout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Fast wayfinding without sacrificing content space on tablets.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Products Page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Full width: title, search, and sort above the split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25% category panel | 75% product lists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Expandable categories with subcategories and counts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Active products and deactivated products in separate sections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Category nav inside the page — not in the global sidebar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Global nav = app-level tasks. Category tree = product-management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Filtering, Sorting &amp; Actions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Control / State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Behavior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Category 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URL: ?section=services&amp;collection=appraisals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Filters by product name or handle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A–Z, Z–A, price, featured, recently added/updated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Active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Feature, Deactivate, Edit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Deactivated products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Activate (primary), Edit, Delete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One control per job. Delete requires typing DELETE in a confirmation dialog.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Visual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Consistent luxury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Color, Type &amp; Buttons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Element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Background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Warm ivory (#faf8f4)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Deep brown-gray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Accent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Warm gold for CTAs and highlights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Headings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Playfair Display (serif)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UI / 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Inter (sans-serif)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Primary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Amber — Add product, Activate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Destructive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Red outline — same shape as secondary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Interaction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Patterns that build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Interaction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Loading: skeleton layouts, text states, route transition bar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Empty states: guidance + CTAs (never dead ends)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Feedback: success/error banners, inline validation, add-to-cart confirmation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Modals: faint blur backdrop, focus trap, Escape to close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Destructive actions: type-to-confirm for permanent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Accessibility &amp; Responsive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Approach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Landmarks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main, nav, dialog roles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Moves to main on route change; trap in modals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Screen readers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Route title announced; accessible price labels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Respects prefers-reduced-motion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Mobile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Hamburger + full-screen menu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Touch targets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44×44px minimum (e.g. hamburger)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Performance as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Speed is part of the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Performance Choices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1801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Choice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User Benefit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ISR / caching (60s)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Fast loads; reasonably fresh catalog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Prefetch on hover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Snappier navigation to product pages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Lazy-loaded charts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Dashboard home loads without blocking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Cart suggestions on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Faster initial page load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Client-side admin filter/sort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Instant response after data loads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Font display: swap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Text visible during font load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806440"/>
            <a:ext cx="7772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9A7B4F"/>
                </a:solidFill>
              </a:defRPr>
            </a:pPr>
            <a:r>
              <a:t>Optimized for perceived speed and stable layouts — not metrics alone.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9144000" cy="45720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56032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9A7B4F"/>
                </a:solidFill>
              </a:defRPr>
            </a:pPr>
            <a:r>
              <a:t>Key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B6560"/>
                </a:solidFill>
              </a:defRPr>
            </a:pPr>
            <a:r>
              <a:t>Quick reference for stakeholders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Decision Summary (1 of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Separate storefront &amp;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Clear roles, less confusion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Categories inside Products page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Task-specific without cluttering nav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URL-based filters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Shareable, refresh-safe views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Sort replaces collection filter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Sidebar already handles categories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Deactivate vs 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Reversible mistakes; delete is explicit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Decision Summary (2 of 2)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26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Decision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2C2825"/>
                          </a:solidFill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Type DELETE to confirm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Prevents accidental data loss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Activate = primary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Highlights main recovery action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No Feature on deactivated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Prevents invalid featured state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Faint blur modals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Premium feel; context preserved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Appointment CTAs in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C2825"/>
                          </a:solidFill>
                        </a:defRPr>
                      </a:pPr>
                      <a:r>
                        <a:t>Matches high-touch retail model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2C2825"/>
                </a:solidFill>
              </a:defRPr>
            </a:pPr>
            <a:r>
              <a:t>Stakeholder Talking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5156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Business owners: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"Designed like a showroom, not a warehouse. Staff can hide products safely."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Designers: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"One visual language: ivory, gold, serif headlines, consistent button hierarchy."</a:t>
            </a:r>
          </a:p>
          <a:p>
            <a:pPr>
              <a:spcAft>
                <a:spcPts val="1000"/>
              </a:spcAft>
              <a:defRPr sz="1600">
                <a:solidFill>
                  <a:srgbClr val="2C2825"/>
                </a:solidFill>
              </a:defRPr>
            </a:pPr>
            <a:r>
              <a:t>Developers:</a:t>
            </a:r>
          </a:p>
          <a:p>
            <a:pPr lvl="1">
              <a:spcAft>
                <a:spcPts val="1000"/>
              </a:spcAft>
              <a:defRPr sz="1400">
                <a:solidFill>
                  <a:srgbClr val="6B6560"/>
                </a:solidFill>
              </a:defRPr>
            </a:pPr>
            <a:r>
              <a:t>"State in the URL. Intentional layout splits. First-class empty/loading/error states."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54864"/>
          </a:xfrm>
          <a:prstGeom prst="rect">
            <a:avLst/>
          </a:prstGeom>
          <a:solidFill>
            <a:srgbClr val="9A7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2825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B6560"/>
                </a:solidFill>
              </a:defRPr>
            </a:pPr>
            <a:r>
              <a:t>Woodley's Jewelers — UX Methodology</a:t>
            </a:r>
          </a:p>
          <a:p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B6560"/>
                </a:solidFill>
              </a:defRPr>
            </a:pPr>
            <a:r>
              <a:t>Woodley's Jewelers — UX Methodology —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